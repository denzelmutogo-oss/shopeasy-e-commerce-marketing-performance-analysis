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2" r:id="rId4"/>
    <p:sldId id="266" r:id="rId5"/>
    <p:sldId id="258" r:id="rId6"/>
    <p:sldId id="260" r:id="rId7"/>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C9CDA-06AD-448B-AE43-AF39E35C9415}" v="1" dt="2024-07-21T12:56:05.1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91" d="100"/>
          <a:sy n="91" d="100"/>
        </p:scale>
        <p:origin x="7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CE39-0EF0-FF0A-11D1-2B186E6771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a:extLst>
              <a:ext uri="{FF2B5EF4-FFF2-40B4-BE49-F238E27FC236}">
                <a16:creationId xmlns:a16="http://schemas.microsoft.com/office/drawing/2014/main" id="{25606EE4-2806-FD97-2F4A-8D0823556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a:extLst>
              <a:ext uri="{FF2B5EF4-FFF2-40B4-BE49-F238E27FC236}">
                <a16:creationId xmlns:a16="http://schemas.microsoft.com/office/drawing/2014/main" id="{8F76A06A-EFD8-C516-DA85-AD7D6CED954E}"/>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7F5C46B5-4E9A-692C-7C51-D0F9D323B27E}"/>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4F892B42-868D-DEDA-A785-81B42AB196CB}"/>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281776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8AE2D-A512-D6C9-2920-51D22732456B}"/>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928ECD40-FC63-7B14-893F-76B1DFC1A4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5B2E3FFB-4DC1-A56D-9904-E2AB94B28FF1}"/>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409B3995-EC48-2805-00D1-AAA27153A20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A205C80B-ABF8-6A37-C125-7BE9D17FED8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389164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FE2C4-8E34-AA12-7FF5-EEAAD51AD4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a:extLst>
              <a:ext uri="{FF2B5EF4-FFF2-40B4-BE49-F238E27FC236}">
                <a16:creationId xmlns:a16="http://schemas.microsoft.com/office/drawing/2014/main" id="{DDC364D9-EE70-D331-FA78-65B64E5EF1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B80-CF8E-8161-CB6C-DBA88F0A0B7F}"/>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DA2253F2-F1CF-3ED5-B884-819265897E15}"/>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1AD1BE05-3657-961D-7543-5A7C2E8BEF3A}"/>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51796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D08B6-1FFD-17AC-808B-E5BA177AFE30}"/>
              </a:ext>
            </a:extLst>
          </p:cNvPr>
          <p:cNvSpPr>
            <a:spLocks noGrp="1"/>
          </p:cNvSpPr>
          <p:nvPr>
            <p:ph type="title"/>
          </p:nvPr>
        </p:nvSpPr>
        <p:spPr/>
        <p:txBody>
          <a:bodyPr/>
          <a:lstStyle/>
          <a:p>
            <a:r>
              <a:rPr lang="en-US"/>
              <a:t>Click to edit Master title style</a:t>
            </a:r>
            <a:endParaRPr lang="nb-NO"/>
          </a:p>
        </p:txBody>
      </p:sp>
      <p:sp>
        <p:nvSpPr>
          <p:cNvPr id="3" name="Content Placeholder 2">
            <a:extLst>
              <a:ext uri="{FF2B5EF4-FFF2-40B4-BE49-F238E27FC236}">
                <a16:creationId xmlns:a16="http://schemas.microsoft.com/office/drawing/2014/main" id="{6CCED98B-6CE0-78CC-3DAE-9C4941BB94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Content Placeholder 3">
            <a:extLst>
              <a:ext uri="{FF2B5EF4-FFF2-40B4-BE49-F238E27FC236}">
                <a16:creationId xmlns:a16="http://schemas.microsoft.com/office/drawing/2014/main" id="{DC9F1D2B-973B-FDCE-5D56-264B7ABB7F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Date Placeholder 4">
            <a:extLst>
              <a:ext uri="{FF2B5EF4-FFF2-40B4-BE49-F238E27FC236}">
                <a16:creationId xmlns:a16="http://schemas.microsoft.com/office/drawing/2014/main" id="{475890CD-0FFD-4DA5-FF94-43DC8085AC42}"/>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6197F048-9ECE-9000-4E04-DF3970A1D459}"/>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630A301-FDA6-1580-F6CD-A5B13BC68614}"/>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19112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85908-2434-8304-4D80-B51C293D6D96}"/>
              </a:ext>
            </a:extLst>
          </p:cNvPr>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a:extLst>
              <a:ext uri="{FF2B5EF4-FFF2-40B4-BE49-F238E27FC236}">
                <a16:creationId xmlns:a16="http://schemas.microsoft.com/office/drawing/2014/main" id="{43F75414-A97A-0529-4820-9A6E061840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0977FA-AEEE-C0B4-990F-9DA0AC1E3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Text Placeholder 4">
            <a:extLst>
              <a:ext uri="{FF2B5EF4-FFF2-40B4-BE49-F238E27FC236}">
                <a16:creationId xmlns:a16="http://schemas.microsoft.com/office/drawing/2014/main" id="{6F2F0AC2-BEC1-EDAF-27BC-44AC28599C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DFC468-6535-08F7-FB3D-ADEB5C4D66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Date Placeholder 6">
            <a:extLst>
              <a:ext uri="{FF2B5EF4-FFF2-40B4-BE49-F238E27FC236}">
                <a16:creationId xmlns:a16="http://schemas.microsoft.com/office/drawing/2014/main" id="{3E87E0EA-2F4B-A0D9-28BC-4E36AF13B7C4}"/>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8" name="Footer Placeholder 7">
            <a:extLst>
              <a:ext uri="{FF2B5EF4-FFF2-40B4-BE49-F238E27FC236}">
                <a16:creationId xmlns:a16="http://schemas.microsoft.com/office/drawing/2014/main" id="{AF2D7A9F-47C7-A0F5-30B9-EF452D20CF23}"/>
              </a:ext>
            </a:extLst>
          </p:cNvPr>
          <p:cNvSpPr>
            <a:spLocks noGrp="1"/>
          </p:cNvSpPr>
          <p:nvPr>
            <p:ph type="ftr" sz="quarter" idx="11"/>
          </p:nvPr>
        </p:nvSpPr>
        <p:spPr/>
        <p:txBody>
          <a:bodyPr/>
          <a:lstStyle/>
          <a:p>
            <a:endParaRPr lang="nb-NO"/>
          </a:p>
        </p:txBody>
      </p:sp>
      <p:sp>
        <p:nvSpPr>
          <p:cNvPr id="9" name="Slide Number Placeholder 8">
            <a:extLst>
              <a:ext uri="{FF2B5EF4-FFF2-40B4-BE49-F238E27FC236}">
                <a16:creationId xmlns:a16="http://schemas.microsoft.com/office/drawing/2014/main" id="{D215049E-A493-B2A1-DA28-7E7F5D187FA9}"/>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4627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6180D-D4E7-DC95-4016-3D584D2D2A86}"/>
              </a:ext>
            </a:extLst>
          </p:cNvPr>
          <p:cNvSpPr>
            <a:spLocks noGrp="1"/>
          </p:cNvSpPr>
          <p:nvPr>
            <p:ph type="title"/>
          </p:nvPr>
        </p:nvSpPr>
        <p:spPr/>
        <p:txBody>
          <a:bodyPr/>
          <a:lstStyle/>
          <a:p>
            <a:r>
              <a:rPr lang="en-US"/>
              <a:t>Click to edit Master title style</a:t>
            </a:r>
            <a:endParaRPr lang="nb-NO"/>
          </a:p>
        </p:txBody>
      </p:sp>
      <p:sp>
        <p:nvSpPr>
          <p:cNvPr id="3" name="Date Placeholder 2">
            <a:extLst>
              <a:ext uri="{FF2B5EF4-FFF2-40B4-BE49-F238E27FC236}">
                <a16:creationId xmlns:a16="http://schemas.microsoft.com/office/drawing/2014/main" id="{700077DB-C074-B875-563C-3446B25EDA86}"/>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4" name="Footer Placeholder 3">
            <a:extLst>
              <a:ext uri="{FF2B5EF4-FFF2-40B4-BE49-F238E27FC236}">
                <a16:creationId xmlns:a16="http://schemas.microsoft.com/office/drawing/2014/main" id="{0B9B1B0B-6516-1BF8-FF0D-AED30891FC5E}"/>
              </a:ext>
            </a:extLst>
          </p:cNvPr>
          <p:cNvSpPr>
            <a:spLocks noGrp="1"/>
          </p:cNvSpPr>
          <p:nvPr>
            <p:ph type="ftr" sz="quarter" idx="11"/>
          </p:nvPr>
        </p:nvSpPr>
        <p:spPr/>
        <p:txBody>
          <a:bodyPr/>
          <a:lstStyle/>
          <a:p>
            <a:endParaRPr lang="nb-NO"/>
          </a:p>
        </p:txBody>
      </p:sp>
      <p:sp>
        <p:nvSpPr>
          <p:cNvPr id="5" name="Slide Number Placeholder 4">
            <a:extLst>
              <a:ext uri="{FF2B5EF4-FFF2-40B4-BE49-F238E27FC236}">
                <a16:creationId xmlns:a16="http://schemas.microsoft.com/office/drawing/2014/main" id="{266B6FB4-B4BA-7EB8-7E92-26D846E5DB9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7013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C55FA8-EE12-07EA-0FD5-064AC8C094EE}"/>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3" name="Footer Placeholder 2">
            <a:extLst>
              <a:ext uri="{FF2B5EF4-FFF2-40B4-BE49-F238E27FC236}">
                <a16:creationId xmlns:a16="http://schemas.microsoft.com/office/drawing/2014/main" id="{89672E48-8948-1FC6-E5F5-A5C73B0DBB36}"/>
              </a:ext>
            </a:extLst>
          </p:cNvPr>
          <p:cNvSpPr>
            <a:spLocks noGrp="1"/>
          </p:cNvSpPr>
          <p:nvPr>
            <p:ph type="ftr" sz="quarter" idx="11"/>
          </p:nvPr>
        </p:nvSpPr>
        <p:spPr/>
        <p:txBody>
          <a:bodyPr/>
          <a:lstStyle/>
          <a:p>
            <a:endParaRPr lang="nb-NO"/>
          </a:p>
        </p:txBody>
      </p:sp>
      <p:sp>
        <p:nvSpPr>
          <p:cNvPr id="4" name="Slide Number Placeholder 3">
            <a:extLst>
              <a:ext uri="{FF2B5EF4-FFF2-40B4-BE49-F238E27FC236}">
                <a16:creationId xmlns:a16="http://schemas.microsoft.com/office/drawing/2014/main" id="{40B357AB-02D0-C856-831B-96C972F7C81E}"/>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060200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90C88-C536-E8E8-8406-F050DDE8D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a:extLst>
              <a:ext uri="{FF2B5EF4-FFF2-40B4-BE49-F238E27FC236}">
                <a16:creationId xmlns:a16="http://schemas.microsoft.com/office/drawing/2014/main" id="{C35609D0-765E-DA28-DD8C-22857B14A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Text Placeholder 3">
            <a:extLst>
              <a:ext uri="{FF2B5EF4-FFF2-40B4-BE49-F238E27FC236}">
                <a16:creationId xmlns:a16="http://schemas.microsoft.com/office/drawing/2014/main" id="{34C7711D-E970-C19B-ACC8-9CD7CDE11C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5E1DE5-0D30-56EA-97C6-08EC63156EBA}"/>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85E5AB69-0C1E-BB87-3642-857592FE00D2}"/>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211DD4C-CE03-16A1-9894-F92BD29E0CE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474109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E1C1-3DE8-A60A-91B5-3B335A38E5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a:extLst>
              <a:ext uri="{FF2B5EF4-FFF2-40B4-BE49-F238E27FC236}">
                <a16:creationId xmlns:a16="http://schemas.microsoft.com/office/drawing/2014/main" id="{2E3B37F7-0488-B5D1-1492-72975D6C4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a:extLst>
              <a:ext uri="{FF2B5EF4-FFF2-40B4-BE49-F238E27FC236}">
                <a16:creationId xmlns:a16="http://schemas.microsoft.com/office/drawing/2014/main" id="{C1190D8C-284F-97F5-7ED5-A143D0D312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57039E-345B-0D2B-8932-A7577CE5C90B}"/>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6" name="Footer Placeholder 5">
            <a:extLst>
              <a:ext uri="{FF2B5EF4-FFF2-40B4-BE49-F238E27FC236}">
                <a16:creationId xmlns:a16="http://schemas.microsoft.com/office/drawing/2014/main" id="{63054B33-9CE0-8946-C9A9-F73F19F5A1AC}"/>
              </a:ext>
            </a:extLst>
          </p:cNvPr>
          <p:cNvSpPr>
            <a:spLocks noGrp="1"/>
          </p:cNvSpPr>
          <p:nvPr>
            <p:ph type="ftr" sz="quarter" idx="11"/>
          </p:nvPr>
        </p:nvSpPr>
        <p:spPr/>
        <p:txBody>
          <a:bodyPr/>
          <a:lstStyle/>
          <a:p>
            <a:endParaRPr lang="nb-NO"/>
          </a:p>
        </p:txBody>
      </p:sp>
      <p:sp>
        <p:nvSpPr>
          <p:cNvPr id="7" name="Slide Number Placeholder 6">
            <a:extLst>
              <a:ext uri="{FF2B5EF4-FFF2-40B4-BE49-F238E27FC236}">
                <a16:creationId xmlns:a16="http://schemas.microsoft.com/office/drawing/2014/main" id="{AB968926-E7D8-DB30-BF78-CA0CD91F53F5}"/>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1875258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48EF3-76E2-6293-EB4F-9224EB13F494}"/>
              </a:ext>
            </a:extLst>
          </p:cNvPr>
          <p:cNvSpPr>
            <a:spLocks noGrp="1"/>
          </p:cNvSpPr>
          <p:nvPr>
            <p:ph type="title"/>
          </p:nvPr>
        </p:nvSpPr>
        <p:spPr/>
        <p:txBody>
          <a:bodyPr/>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FB47CC23-5886-7C95-77AE-8E5AE2008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8A5F4C95-CB22-1FEB-99BC-968F581D364B}"/>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B5B5F739-8F62-B980-6487-7A040F5A8C5F}"/>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330A8889-9AA9-2BD7-1A2A-9BF62FB58CBC}"/>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32274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C4CF8-3424-5860-C02A-037A7182CB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a:extLst>
              <a:ext uri="{FF2B5EF4-FFF2-40B4-BE49-F238E27FC236}">
                <a16:creationId xmlns:a16="http://schemas.microsoft.com/office/drawing/2014/main" id="{CC061A0F-DF36-7A16-9E4E-F590C893A5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6C7637A-739E-E7BE-A828-260C61348499}"/>
              </a:ext>
            </a:extLst>
          </p:cNvPr>
          <p:cNvSpPr>
            <a:spLocks noGrp="1"/>
          </p:cNvSpPr>
          <p:nvPr>
            <p:ph type="dt" sz="half" idx="10"/>
          </p:nvPr>
        </p:nvSpPr>
        <p:spPr/>
        <p:txBody>
          <a:body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D7C978ED-6B55-BC69-9035-D5FE994CB1A9}"/>
              </a:ext>
            </a:extLst>
          </p:cNvPr>
          <p:cNvSpPr>
            <a:spLocks noGrp="1"/>
          </p:cNvSpPr>
          <p:nvPr>
            <p:ph type="ftr" sz="quarter" idx="11"/>
          </p:nvPr>
        </p:nvSpPr>
        <p:spPr/>
        <p:txBody>
          <a:bodyPr/>
          <a:lstStyle/>
          <a:p>
            <a:endParaRPr lang="nb-NO"/>
          </a:p>
        </p:txBody>
      </p:sp>
      <p:sp>
        <p:nvSpPr>
          <p:cNvPr id="6" name="Slide Number Placeholder 5">
            <a:extLst>
              <a:ext uri="{FF2B5EF4-FFF2-40B4-BE49-F238E27FC236}">
                <a16:creationId xmlns:a16="http://schemas.microsoft.com/office/drawing/2014/main" id="{6A094C69-D7A6-BED6-BCAE-07F886F828C1}"/>
              </a:ext>
            </a:extLst>
          </p:cNvPr>
          <p:cNvSpPr>
            <a:spLocks noGrp="1"/>
          </p:cNvSpPr>
          <p:nvPr>
            <p:ph type="sldNum" sz="quarter" idx="12"/>
          </p:nvPr>
        </p:nvSpPr>
        <p:spPr/>
        <p:txBody>
          <a:bodyPr/>
          <a:lstStyle/>
          <a:p>
            <a:fld id="{0D9F6004-803D-4B18-B659-7E2122392222}" type="slidenum">
              <a:rPr lang="nb-NO" smtClean="0"/>
              <a:t>‹#›</a:t>
            </a:fld>
            <a:endParaRPr lang="nb-NO"/>
          </a:p>
        </p:txBody>
      </p:sp>
    </p:spTree>
    <p:extLst>
      <p:ext uri="{BB962C8B-B14F-4D97-AF65-F5344CB8AC3E}">
        <p14:creationId xmlns:p14="http://schemas.microsoft.com/office/powerpoint/2010/main" val="284083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1CF4ED-0AF2-5018-03CD-B667836E53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a:extLst>
              <a:ext uri="{FF2B5EF4-FFF2-40B4-BE49-F238E27FC236}">
                <a16:creationId xmlns:a16="http://schemas.microsoft.com/office/drawing/2014/main" id="{03D106B1-4B46-D273-F8FA-7A729C50E3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Date Placeholder 3">
            <a:extLst>
              <a:ext uri="{FF2B5EF4-FFF2-40B4-BE49-F238E27FC236}">
                <a16:creationId xmlns:a16="http://schemas.microsoft.com/office/drawing/2014/main" id="{91F2F5D5-48B2-F98C-BBC6-80CCC61BA5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t>16.03.2026</a:t>
            </a:fld>
            <a:endParaRPr lang="nb-NO"/>
          </a:p>
        </p:txBody>
      </p:sp>
      <p:sp>
        <p:nvSpPr>
          <p:cNvPr id="5" name="Footer Placeholder 4">
            <a:extLst>
              <a:ext uri="{FF2B5EF4-FFF2-40B4-BE49-F238E27FC236}">
                <a16:creationId xmlns:a16="http://schemas.microsoft.com/office/drawing/2014/main" id="{3C8316BC-FE1B-3A40-C00D-A6AA45EC7A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a:extLst>
              <a:ext uri="{FF2B5EF4-FFF2-40B4-BE49-F238E27FC236}">
                <a16:creationId xmlns:a16="http://schemas.microsoft.com/office/drawing/2014/main" id="{C9A5389C-088B-425B-7712-DEA55E4050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t>‹#›</a:t>
            </a:fld>
            <a:endParaRPr lang="nb-NO"/>
          </a:p>
        </p:txBody>
      </p:sp>
    </p:spTree>
    <p:extLst>
      <p:ext uri="{BB962C8B-B14F-4D97-AF65-F5344CB8AC3E}">
        <p14:creationId xmlns:p14="http://schemas.microsoft.com/office/powerpoint/2010/main" val="766233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BBA98-EC22-9272-C976-54487400DC99}"/>
              </a:ext>
            </a:extLst>
          </p:cNvPr>
          <p:cNvSpPr>
            <a:spLocks noGrp="1"/>
          </p:cNvSpPr>
          <p:nvPr>
            <p:ph type="ctrTitle"/>
          </p:nvPr>
        </p:nvSpPr>
        <p:spPr/>
        <p:txBody>
          <a:bodyPr/>
          <a:lstStyle/>
          <a:p>
            <a:r>
              <a:rPr lang="en-US" b="1" dirty="0"/>
              <a:t>Marketing Analytics Business Case</a:t>
            </a:r>
            <a:endParaRPr lang="nb-NO" b="1" dirty="0"/>
          </a:p>
        </p:txBody>
      </p:sp>
      <p:sp>
        <p:nvSpPr>
          <p:cNvPr id="3" name="Subtitle 2">
            <a:extLst>
              <a:ext uri="{FF2B5EF4-FFF2-40B4-BE49-F238E27FC236}">
                <a16:creationId xmlns:a16="http://schemas.microsoft.com/office/drawing/2014/main" id="{C4EAED8B-40B8-2F67-2CA2-D6CB3B6F8578}"/>
              </a:ext>
            </a:extLst>
          </p:cNvPr>
          <p:cNvSpPr>
            <a:spLocks noGrp="1"/>
          </p:cNvSpPr>
          <p:nvPr>
            <p:ph type="subTitle" idx="1"/>
          </p:nvPr>
        </p:nvSpPr>
        <p:spPr/>
        <p:txBody>
          <a:bodyPr/>
          <a:lstStyle/>
          <a:p>
            <a:r>
              <a:rPr lang="nb-NO" dirty="0"/>
              <a:t>Denzel Mutogo</a:t>
            </a:r>
          </a:p>
          <a:p>
            <a:endParaRPr lang="nb-NO" dirty="0"/>
          </a:p>
        </p:txBody>
      </p:sp>
    </p:spTree>
    <p:extLst>
      <p:ext uri="{BB962C8B-B14F-4D97-AF65-F5344CB8AC3E}">
        <p14:creationId xmlns:p14="http://schemas.microsoft.com/office/powerpoint/2010/main" val="277280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41373F-6A73-4B5F-E4FC-95E89DA16583}"/>
              </a:ext>
            </a:extLst>
          </p:cNvPr>
          <p:cNvSpPr>
            <a:spLocks noGrp="1"/>
          </p:cNvSpPr>
          <p:nvPr>
            <p:ph type="title"/>
          </p:nvPr>
        </p:nvSpPr>
        <p:spPr/>
        <p:txBody>
          <a:bodyPr/>
          <a:lstStyle/>
          <a:p>
            <a:r>
              <a:rPr lang="en-US" b="1" dirty="0"/>
              <a:t>Introduction to Business Problem</a:t>
            </a:r>
            <a:endParaRPr lang="nb-NO" b="1" dirty="0"/>
          </a:p>
        </p:txBody>
      </p:sp>
      <p:sp>
        <p:nvSpPr>
          <p:cNvPr id="5" name="Content Placeholder 4">
            <a:extLst>
              <a:ext uri="{FF2B5EF4-FFF2-40B4-BE49-F238E27FC236}">
                <a16:creationId xmlns:a16="http://schemas.microsoft.com/office/drawing/2014/main" id="{FFB07957-8AEC-E74B-74C4-5935935C9130}"/>
              </a:ext>
            </a:extLst>
          </p:cNvPr>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p>
          <a:p>
            <a:pPr lvl="1">
              <a:lnSpc>
                <a:spcPct val="170000"/>
              </a:lnSpc>
            </a:pPr>
            <a:r>
              <a:rPr lang="en-US" b="1" dirty="0"/>
              <a:t>Decreased Conversion Rates:</a:t>
            </a:r>
            <a:r>
              <a:rPr lang="en-US" dirty="0"/>
              <a:t> Fewer site visitors are converting into paying customers.</a:t>
            </a:r>
          </a:p>
          <a:p>
            <a:pPr lvl="1">
              <a:lnSpc>
                <a:spcPct val="170000"/>
              </a:lnSpc>
            </a:pPr>
            <a:r>
              <a:rPr lang="en-US" b="1" dirty="0"/>
              <a:t>High Marketing Expenses:</a:t>
            </a:r>
            <a:r>
              <a:rPr lang="en-US" dirty="0"/>
              <a:t> Significant investments in marketing campaigns are not yielding expected returns.</a:t>
            </a:r>
          </a:p>
          <a:p>
            <a:pPr lvl="1">
              <a:lnSpc>
                <a:spcPct val="170000"/>
              </a:lnSpc>
            </a:pPr>
            <a:r>
              <a:rPr lang="en-US" b="1" dirty="0"/>
              <a:t>Need for Customer Feedback Analysis:</a:t>
            </a:r>
            <a:r>
              <a:rPr lang="en-US" dirty="0"/>
              <a:t> Understanding customer opinions about products and services is crucial for improving engagement and conversions.</a:t>
            </a:r>
          </a:p>
        </p:txBody>
      </p:sp>
    </p:spTree>
    <p:extLst>
      <p:ext uri="{BB962C8B-B14F-4D97-AF65-F5344CB8AC3E}">
        <p14:creationId xmlns:p14="http://schemas.microsoft.com/office/powerpoint/2010/main" val="1239468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p>
          <a:p>
            <a:pPr marL="0" indent="0">
              <a:lnSpc>
                <a:spcPct val="170000"/>
              </a:lnSpc>
              <a:buNone/>
            </a:pPr>
            <a:r>
              <a:rPr lang="en-US" dirty="0"/>
              <a:t>Looking forward to your response.</a:t>
            </a:r>
          </a:p>
          <a:p>
            <a:pPr marL="0" indent="0">
              <a:lnSpc>
                <a:spcPct val="170000"/>
              </a:lnSpc>
              <a:buNone/>
            </a:pPr>
            <a:r>
              <a:rPr lang="en-US" dirty="0"/>
              <a:t>Best regards,</a:t>
            </a:r>
            <a:br>
              <a:rPr lang="en-US" dirty="0"/>
            </a:br>
            <a:r>
              <a:rPr lang="en-US" dirty="0"/>
              <a:t>Jane Doe</a:t>
            </a:r>
            <a:br>
              <a:rPr lang="en-US" dirty="0"/>
            </a:br>
            <a:r>
              <a:rPr lang="en-US" dirty="0"/>
              <a:t>Marketing Manager</a:t>
            </a:r>
          </a:p>
        </p:txBody>
      </p:sp>
    </p:spTree>
    <p:extLst>
      <p:ext uri="{BB962C8B-B14F-4D97-AF65-F5344CB8AC3E}">
        <p14:creationId xmlns:p14="http://schemas.microsoft.com/office/powerpoint/2010/main" val="45686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519D-E5FA-5BA8-A4BA-A225CA110308}"/>
              </a:ext>
            </a:extLst>
          </p:cNvPr>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a:extLst>
              <a:ext uri="{FF2B5EF4-FFF2-40B4-BE49-F238E27FC236}">
                <a16:creationId xmlns:a16="http://schemas.microsoft.com/office/drawing/2014/main" id="{3AACD20F-C850-EB87-7F72-C016CF415169}"/>
              </a:ext>
            </a:extLst>
          </p:cNvPr>
          <p:cNvSpPr>
            <a:spLocks noGrp="1"/>
          </p:cNvSpPr>
          <p:nvPr>
            <p:ph idx="1"/>
          </p:nvPr>
        </p:nvSpPr>
        <p:spPr/>
        <p:txBody>
          <a:bodyPr>
            <a:normAutofit fontScale="47500" lnSpcReduction="20000"/>
          </a:bodyPr>
          <a:lstStyle/>
          <a:p>
            <a:pPr marL="0" indent="0">
              <a:lnSpc>
                <a:spcPct val="170000"/>
              </a:lnSpc>
              <a:buNone/>
            </a:pPr>
            <a:r>
              <a:rPr lang="en-US" dirty="0"/>
              <a:t>Hi Data Analyst,</a:t>
            </a:r>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p>
          <a:p>
            <a:pPr marL="0" indent="0">
              <a:lnSpc>
                <a:spcPct val="170000"/>
              </a:lnSpc>
              <a:buNone/>
            </a:pPr>
            <a:r>
              <a:rPr lang="en-US" dirty="0"/>
              <a:t>Thank you for your assistance.</a:t>
            </a:r>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extLst>
      <p:ext uri="{BB962C8B-B14F-4D97-AF65-F5344CB8AC3E}">
        <p14:creationId xmlns:p14="http://schemas.microsoft.com/office/powerpoint/2010/main" val="2218198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C383B-F10C-7ECB-AA0D-9A79BD44F6B7}"/>
              </a:ext>
            </a:extLst>
          </p:cNvPr>
          <p:cNvSpPr>
            <a:spLocks noGrp="1"/>
          </p:cNvSpPr>
          <p:nvPr>
            <p:ph type="title"/>
          </p:nvPr>
        </p:nvSpPr>
        <p:spPr/>
        <p:txBody>
          <a:bodyPr/>
          <a:lstStyle/>
          <a:p>
            <a:r>
              <a:rPr lang="en-US" b="1" dirty="0"/>
              <a:t>Key Performance Indicators (KPIs)</a:t>
            </a:r>
            <a:endParaRPr lang="nb-NO" b="1" dirty="0"/>
          </a:p>
        </p:txBody>
      </p:sp>
      <p:sp>
        <p:nvSpPr>
          <p:cNvPr id="3" name="Content Placeholder 2">
            <a:extLst>
              <a:ext uri="{FF2B5EF4-FFF2-40B4-BE49-F238E27FC236}">
                <a16:creationId xmlns:a16="http://schemas.microsoft.com/office/drawing/2014/main" id="{F9AAA8B0-E93B-E9BB-8C09-E2F8D0D61EB5}"/>
              </a:ext>
            </a:extLst>
          </p:cNvPr>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p>
          <a:p>
            <a:pPr>
              <a:lnSpc>
                <a:spcPct val="150000"/>
              </a:lnSpc>
            </a:pPr>
            <a:r>
              <a:rPr lang="en-US" b="1" dirty="0"/>
              <a:t>Customer Engagement Rate: </a:t>
            </a:r>
            <a:r>
              <a:rPr lang="en-US" dirty="0"/>
              <a:t>Level of interaction with marketing content (clicks, likes, comments).</a:t>
            </a:r>
          </a:p>
          <a:p>
            <a:pPr>
              <a:lnSpc>
                <a:spcPct val="150000"/>
              </a:lnSpc>
            </a:pPr>
            <a:r>
              <a:rPr lang="en-US" b="1" dirty="0"/>
              <a:t>Average Order Value (AOV): </a:t>
            </a:r>
            <a:r>
              <a:rPr lang="en-US" dirty="0"/>
              <a:t>Average amount spent by a customer per transaction.</a:t>
            </a:r>
          </a:p>
          <a:p>
            <a:pPr>
              <a:lnSpc>
                <a:spcPct val="150000"/>
              </a:lnSpc>
            </a:pPr>
            <a:r>
              <a:rPr lang="en-US" b="1" dirty="0"/>
              <a:t>Customer Feedback Score: </a:t>
            </a:r>
            <a:r>
              <a:rPr lang="en-US" dirty="0"/>
              <a:t>Average rating from customer reviews.</a:t>
            </a:r>
            <a:endParaRPr lang="nb-NO" dirty="0"/>
          </a:p>
        </p:txBody>
      </p:sp>
    </p:spTree>
    <p:extLst>
      <p:ext uri="{BB962C8B-B14F-4D97-AF65-F5344CB8AC3E}">
        <p14:creationId xmlns:p14="http://schemas.microsoft.com/office/powerpoint/2010/main" val="34986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F449-8457-0E38-E3B4-75FA6F83C166}"/>
              </a:ext>
            </a:extLst>
          </p:cNvPr>
          <p:cNvSpPr>
            <a:spLocks noGrp="1"/>
          </p:cNvSpPr>
          <p:nvPr>
            <p:ph type="title"/>
          </p:nvPr>
        </p:nvSpPr>
        <p:spPr/>
        <p:txBody>
          <a:bodyPr/>
          <a:lstStyle/>
          <a:p>
            <a:r>
              <a:rPr lang="en-US" b="1" dirty="0"/>
              <a:t>Goals</a:t>
            </a:r>
            <a:endParaRPr lang="nb-NO" b="1" dirty="0"/>
          </a:p>
        </p:txBody>
      </p:sp>
      <p:sp>
        <p:nvSpPr>
          <p:cNvPr id="3" name="Content Placeholder 2">
            <a:extLst>
              <a:ext uri="{FF2B5EF4-FFF2-40B4-BE49-F238E27FC236}">
                <a16:creationId xmlns:a16="http://schemas.microsoft.com/office/drawing/2014/main" id="{A96A4C0A-7CD6-52C8-5795-CE203917B8A2}"/>
              </a:ext>
            </a:extLst>
          </p:cNvPr>
          <p:cNvSpPr>
            <a:spLocks noGrp="1"/>
          </p:cNvSpPr>
          <p:nvPr>
            <p:ph idx="1"/>
          </p:nvPr>
        </p:nvSpPr>
        <p:spPr/>
        <p:txBody>
          <a:bodyPr>
            <a:normAutofit fontScale="625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Tree>
    <p:extLst>
      <p:ext uri="{BB962C8B-B14F-4D97-AF65-F5344CB8AC3E}">
        <p14:creationId xmlns:p14="http://schemas.microsoft.com/office/powerpoint/2010/main" val="316602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450</TotalTime>
  <Words>614</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Denzel Mutogo</cp:lastModifiedBy>
  <cp:revision>2</cp:revision>
  <dcterms:created xsi:type="dcterms:W3CDTF">2024-07-20T13:50:58Z</dcterms:created>
  <dcterms:modified xsi:type="dcterms:W3CDTF">2026-03-16T18:37:33Z</dcterms:modified>
</cp:coreProperties>
</file>